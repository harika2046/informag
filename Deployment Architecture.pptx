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3CFD7-B544-52F5-09C9-97613E21EB1A}" v="325" dt="2021-10-21T09:42:52.260"/>
    <p1510:client id="{1D53E1CF-96C6-4C98-89F5-C3D9BD5D89C3}" v="130" dt="2021-10-20T14:43:42.465"/>
    <p1510:client id="{EF4A2912-D461-5B3C-A110-8E29E1796B9C}" v="998" dt="2021-10-20T18:31:40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DF3673D-7310-43EB-82A6-0DA9B2EB9440}"/>
              </a:ext>
            </a:extLst>
          </p:cNvPr>
          <p:cNvGrpSpPr/>
          <p:nvPr/>
        </p:nvGrpSpPr>
        <p:grpSpPr>
          <a:xfrm>
            <a:off x="123645" y="467982"/>
            <a:ext cx="12073205" cy="5752199"/>
            <a:chOff x="123645" y="194812"/>
            <a:chExt cx="12073205" cy="5752199"/>
          </a:xfrm>
        </p:grpSpPr>
        <p:pic>
          <p:nvPicPr>
            <p:cNvPr id="2" name="Picture 2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95C7E91F-B02A-4121-9429-E57A3B88F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45" y="1545227"/>
              <a:ext cx="2743200" cy="1237129"/>
            </a:xfrm>
            <a:prstGeom prst="rect">
              <a:avLst/>
            </a:prstGeom>
          </p:spPr>
        </p:pic>
        <p:pic>
          <p:nvPicPr>
            <p:cNvPr id="15" name="Picture 15">
              <a:extLst>
                <a:ext uri="{FF2B5EF4-FFF2-40B4-BE49-F238E27FC236}">
                  <a16:creationId xmlns:a16="http://schemas.microsoft.com/office/drawing/2014/main" id="{0B65A866-F1E6-4B47-8EE5-8F34BE100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1532" y="2788759"/>
              <a:ext cx="590371" cy="6047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76AAE9-91EB-42BC-83DE-9838DB4AB790}"/>
                </a:ext>
              </a:extLst>
            </p:cNvPr>
            <p:cNvSpPr/>
            <p:nvPr/>
          </p:nvSpPr>
          <p:spPr>
            <a:xfrm>
              <a:off x="3466922" y="756789"/>
              <a:ext cx="8597655" cy="519022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BD2B9C-E314-48A4-8838-D8A192949A6F}"/>
                </a:ext>
              </a:extLst>
            </p:cNvPr>
            <p:cNvSpPr/>
            <p:nvPr/>
          </p:nvSpPr>
          <p:spPr>
            <a:xfrm>
              <a:off x="6687448" y="1015580"/>
              <a:ext cx="4313205" cy="4370714"/>
            </a:xfrm>
            <a:prstGeom prst="rect">
              <a:avLst/>
            </a:prstGeom>
            <a:noFill/>
            <a:ln w="12700">
              <a:solidFill>
                <a:schemeClr val="accent3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6" descr="Icon&#10;&#10;Description automatically generated">
              <a:extLst>
                <a:ext uri="{FF2B5EF4-FFF2-40B4-BE49-F238E27FC236}">
                  <a16:creationId xmlns:a16="http://schemas.microsoft.com/office/drawing/2014/main" id="{5A2B6106-7021-43F4-B3C9-34BF78F23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2249" y="2924570"/>
              <a:ext cx="874144" cy="419388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85E440-76B0-4F89-9B6D-5D4E5B8E1D20}"/>
                </a:ext>
              </a:extLst>
            </p:cNvPr>
            <p:cNvGrpSpPr/>
            <p:nvPr/>
          </p:nvGrpSpPr>
          <p:grpSpPr>
            <a:xfrm>
              <a:off x="3789871" y="2747006"/>
              <a:ext cx="1334218" cy="568196"/>
              <a:chOff x="4149305" y="2747912"/>
              <a:chExt cx="1334218" cy="581670"/>
            </a:xfrm>
          </p:grpSpPr>
          <p:pic>
            <p:nvPicPr>
              <p:cNvPr id="17" name="Picture 17" descr="Icon&#10;&#10;Description automatically generated">
                <a:extLst>
                  <a:ext uri="{FF2B5EF4-FFF2-40B4-BE49-F238E27FC236}">
                    <a16:creationId xmlns:a16="http://schemas.microsoft.com/office/drawing/2014/main" id="{93C7721F-6D31-4754-8A4A-477357972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9305" y="2867061"/>
                <a:ext cx="946031" cy="462521"/>
              </a:xfrm>
              <a:prstGeom prst="rect">
                <a:avLst/>
              </a:prstGeom>
            </p:spPr>
          </p:pic>
          <p:pic>
            <p:nvPicPr>
              <p:cNvPr id="18" name="Picture 18" descr="Icon&#10;&#10;Description automatically generated">
                <a:extLst>
                  <a:ext uri="{FF2B5EF4-FFF2-40B4-BE49-F238E27FC236}">
                    <a16:creationId xmlns:a16="http://schemas.microsoft.com/office/drawing/2014/main" id="{D9118DC6-FAD7-4EFE-A53A-EF257A64F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3757" y="2747912"/>
                <a:ext cx="859766" cy="462520"/>
              </a:xfrm>
              <a:prstGeom prst="rect">
                <a:avLst/>
              </a:prstGeom>
            </p:spPr>
          </p:pic>
        </p:grpSp>
        <p:pic>
          <p:nvPicPr>
            <p:cNvPr id="23" name="Picture 23" descr="Logo, icon&#10;&#10;Description automatically generated">
              <a:extLst>
                <a:ext uri="{FF2B5EF4-FFF2-40B4-BE49-F238E27FC236}">
                  <a16:creationId xmlns:a16="http://schemas.microsoft.com/office/drawing/2014/main" id="{B71438FE-242E-40A7-A9E2-CA63E3E50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8853" y="2862533"/>
              <a:ext cx="471578" cy="457200"/>
            </a:xfrm>
            <a:prstGeom prst="rect">
              <a:avLst/>
            </a:prstGeom>
          </p:spPr>
        </p:pic>
        <p:pic>
          <p:nvPicPr>
            <p:cNvPr id="25" name="Picture 25" descr="Icon&#10;&#10;Description automatically generated">
              <a:extLst>
                <a:ext uri="{FF2B5EF4-FFF2-40B4-BE49-F238E27FC236}">
                  <a16:creationId xmlns:a16="http://schemas.microsoft.com/office/drawing/2014/main" id="{17DC56D7-9EFE-4A60-BB67-E90765E81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24500" y="1712344"/>
              <a:ext cx="773503" cy="759125"/>
            </a:xfrm>
            <a:prstGeom prst="rect">
              <a:avLst/>
            </a:prstGeom>
          </p:spPr>
        </p:pic>
        <p:pic>
          <p:nvPicPr>
            <p:cNvPr id="4" name="Picture 4" descr="Icon&#10;&#10;Description automatically generated">
              <a:extLst>
                <a:ext uri="{FF2B5EF4-FFF2-40B4-BE49-F238E27FC236}">
                  <a16:creationId xmlns:a16="http://schemas.microsoft.com/office/drawing/2014/main" id="{084D4DEA-9B3C-4A6C-9C30-AE2636AF5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4827" y="1111011"/>
              <a:ext cx="685441" cy="595941"/>
            </a:xfrm>
            <a:prstGeom prst="rect">
              <a:avLst/>
            </a:prstGeom>
          </p:spPr>
        </p:pic>
        <p:pic>
          <p:nvPicPr>
            <p:cNvPr id="6" name="Picture 6" descr="Icon&#10;&#10;Description automatically generated">
              <a:extLst>
                <a:ext uri="{FF2B5EF4-FFF2-40B4-BE49-F238E27FC236}">
                  <a16:creationId xmlns:a16="http://schemas.microsoft.com/office/drawing/2014/main" id="{6E2E30E4-AC6F-42F3-97C5-925337B22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90029" y="1836080"/>
              <a:ext cx="376509" cy="526032"/>
            </a:xfrm>
            <a:prstGeom prst="rect">
              <a:avLst/>
            </a:prstGeom>
          </p:spPr>
        </p:pic>
        <p:pic>
          <p:nvPicPr>
            <p:cNvPr id="9" name="Picture 9" descr="Icon&#10;&#10;Description automatically generated">
              <a:extLst>
                <a:ext uri="{FF2B5EF4-FFF2-40B4-BE49-F238E27FC236}">
                  <a16:creationId xmlns:a16="http://schemas.microsoft.com/office/drawing/2014/main" id="{936695C8-76A1-4939-BE44-7B5DA6915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838401" y="1834818"/>
              <a:ext cx="481103" cy="507881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21D9214-D126-4370-B635-7DC68AAD223F}"/>
                </a:ext>
              </a:extLst>
            </p:cNvPr>
            <p:cNvSpPr/>
            <p:nvPr/>
          </p:nvSpPr>
          <p:spPr>
            <a:xfrm>
              <a:off x="7783902" y="3261330"/>
              <a:ext cx="2746072" cy="13946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8C546E32-A404-4915-80A4-5DF7A10F7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52249" y="878457"/>
              <a:ext cx="931653" cy="917276"/>
            </a:xfrm>
            <a:prstGeom prst="rect">
              <a:avLst/>
            </a:prstGeom>
          </p:spPr>
        </p:pic>
        <p:pic>
          <p:nvPicPr>
            <p:cNvPr id="20" name="Picture 20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B3CE77A8-BB92-42CD-A33E-326F48F7B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92831" y="3455103"/>
              <a:ext cx="812861" cy="80907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7F5C30-313A-4E1D-B39D-19ADC214DFD5}"/>
                </a:ext>
              </a:extLst>
            </p:cNvPr>
            <p:cNvSpPr txBox="1"/>
            <p:nvPr/>
          </p:nvSpPr>
          <p:spPr>
            <a:xfrm>
              <a:off x="9612795" y="3750614"/>
              <a:ext cx="816634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200" dirty="0"/>
                <a:t>Pump API</a:t>
              </a:r>
              <a:endParaRPr lang="en-US" sz="1200" dirty="0">
                <a:cs typeface="Calibri"/>
              </a:endParaRPr>
            </a:p>
          </p:txBody>
        </p:sp>
        <p:pic>
          <p:nvPicPr>
            <p:cNvPr id="41" name="Picture 41" descr="Icon&#10;&#10;Description automatically generated">
              <a:extLst>
                <a:ext uri="{FF2B5EF4-FFF2-40B4-BE49-F238E27FC236}">
                  <a16:creationId xmlns:a16="http://schemas.microsoft.com/office/drawing/2014/main" id="{CA0521C2-8B07-475D-8578-A572052C7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249834" y="2127401"/>
              <a:ext cx="705390" cy="748521"/>
            </a:xfrm>
            <a:prstGeom prst="rect">
              <a:avLst/>
            </a:prstGeom>
          </p:spPr>
        </p:pic>
        <p:pic>
          <p:nvPicPr>
            <p:cNvPr id="43" name="Picture 43" descr="Logo&#10;&#10;Description automatically generated">
              <a:extLst>
                <a:ext uri="{FF2B5EF4-FFF2-40B4-BE49-F238E27FC236}">
                  <a16:creationId xmlns:a16="http://schemas.microsoft.com/office/drawing/2014/main" id="{B3364BF5-4A93-43B6-81E4-CB86EBBAB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266099" y="3821941"/>
              <a:ext cx="687238" cy="709364"/>
            </a:xfrm>
            <a:prstGeom prst="rect">
              <a:avLst/>
            </a:prstGeom>
          </p:spPr>
        </p:pic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5A443AD3-1AE6-4880-BF10-67C37EFBCFAB}"/>
                </a:ext>
              </a:extLst>
            </p:cNvPr>
            <p:cNvSpPr/>
            <p:nvPr/>
          </p:nvSpPr>
          <p:spPr>
            <a:xfrm>
              <a:off x="11005421" y="2495551"/>
              <a:ext cx="373811" cy="1811545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A626076-9D70-424B-A181-9BB61177258F}"/>
                </a:ext>
              </a:extLst>
            </p:cNvPr>
            <p:cNvSpPr txBox="1"/>
            <p:nvPr/>
          </p:nvSpPr>
          <p:spPr>
            <a:xfrm>
              <a:off x="11035161" y="2969462"/>
              <a:ext cx="116168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>
                  <a:cs typeface="Calibri"/>
                </a:rPr>
                <a:t>Azure </a:t>
              </a:r>
              <a:r>
                <a:rPr lang="en-US" sz="900" dirty="0">
                  <a:ea typeface="+mn-lt"/>
                  <a:cs typeface="+mn-lt"/>
                </a:rPr>
                <a:t>PostgreSQL  DB</a:t>
              </a:r>
              <a:endParaRPr lang="en-US" sz="900" dirty="0">
                <a:cs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ABF86C-076F-44AC-B4DE-C76419A883D1}"/>
                </a:ext>
              </a:extLst>
            </p:cNvPr>
            <p:cNvSpPr txBox="1"/>
            <p:nvPr/>
          </p:nvSpPr>
          <p:spPr>
            <a:xfrm>
              <a:off x="11207688" y="4665990"/>
              <a:ext cx="8022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>
                  <a:cs typeface="Calibri"/>
                </a:rPr>
                <a:t>Azure </a:t>
              </a:r>
              <a:endParaRPr lang="en-US" sz="900" dirty="0">
                <a:ea typeface="+mn-lt"/>
                <a:cs typeface="+mn-lt"/>
              </a:endParaRPr>
            </a:p>
            <a:p>
              <a:r>
                <a:rPr lang="en-US" sz="900" dirty="0">
                  <a:ea typeface="+mn-lt"/>
                  <a:cs typeface="+mn-lt"/>
                </a:rPr>
                <a:t>Cosmos  DB</a:t>
              </a:r>
              <a:endParaRPr lang="en-US" sz="900" dirty="0">
                <a:cs typeface="Calibri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8E8952-4EDD-4137-97CC-CC2EB717FCCE}"/>
                </a:ext>
              </a:extLst>
            </p:cNvPr>
            <p:cNvSpPr txBox="1"/>
            <p:nvPr/>
          </p:nvSpPr>
          <p:spPr>
            <a:xfrm>
              <a:off x="7527086" y="1387954"/>
              <a:ext cx="816634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900" dirty="0"/>
                <a:t>AKS Cluster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12D018-5F19-4666-8FC0-C2E46D18F2B4}"/>
                </a:ext>
              </a:extLst>
            </p:cNvPr>
            <p:cNvSpPr txBox="1"/>
            <p:nvPr/>
          </p:nvSpPr>
          <p:spPr>
            <a:xfrm>
              <a:off x="8630727" y="2393324"/>
              <a:ext cx="94873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NGINX Ingress Controller </a:t>
              </a:r>
              <a:endParaRPr lang="en-US" dirty="0">
                <a:cs typeface="Calibri" panose="020F050202020403020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6461032-8391-403C-8C7A-B74B82E8CE14}"/>
                </a:ext>
              </a:extLst>
            </p:cNvPr>
            <p:cNvSpPr txBox="1"/>
            <p:nvPr/>
          </p:nvSpPr>
          <p:spPr>
            <a:xfrm>
              <a:off x="6362520" y="1603614"/>
              <a:ext cx="816634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Public IP</a:t>
              </a:r>
              <a:endParaRPr lang="en-US" dirty="0">
                <a:cs typeface="Calibri" panose="020F0502020204030204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69F747-7F5C-447D-A74C-4841AB244A63}"/>
                </a:ext>
              </a:extLst>
            </p:cNvPr>
            <p:cNvSpPr txBox="1"/>
            <p:nvPr/>
          </p:nvSpPr>
          <p:spPr>
            <a:xfrm>
              <a:off x="3688330" y="1790519"/>
              <a:ext cx="96040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Container Registry</a:t>
              </a:r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F6104C-81CE-493C-9054-78F741896C48}"/>
                </a:ext>
              </a:extLst>
            </p:cNvPr>
            <p:cNvSpPr txBox="1"/>
            <p:nvPr/>
          </p:nvSpPr>
          <p:spPr>
            <a:xfrm>
              <a:off x="3760217" y="3328897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Front Door</a:t>
              </a:r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136CBD6-C6C1-4149-88D7-157F41B44B60}"/>
                </a:ext>
              </a:extLst>
            </p:cNvPr>
            <p:cNvSpPr txBox="1"/>
            <p:nvPr/>
          </p:nvSpPr>
          <p:spPr>
            <a:xfrm>
              <a:off x="4249048" y="3199500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WAF</a:t>
              </a:r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4CD3FFD-F1B4-4555-B7EF-9F9099C49218}"/>
                </a:ext>
              </a:extLst>
            </p:cNvPr>
            <p:cNvSpPr txBox="1"/>
            <p:nvPr/>
          </p:nvSpPr>
          <p:spPr>
            <a:xfrm>
              <a:off x="5011048" y="3328897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Pump UI</a:t>
              </a:r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CC049B9-F2CE-44CA-91C0-FA6FC251BA26}"/>
                </a:ext>
              </a:extLst>
            </p:cNvPr>
            <p:cNvSpPr txBox="1"/>
            <p:nvPr/>
          </p:nvSpPr>
          <p:spPr>
            <a:xfrm>
              <a:off x="5427991" y="2408745"/>
              <a:ext cx="96040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API Management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8007E05-569C-4FE5-9CA1-DBDA9FBE2E61}"/>
                </a:ext>
              </a:extLst>
            </p:cNvPr>
            <p:cNvSpPr txBox="1"/>
            <p:nvPr/>
          </p:nvSpPr>
          <p:spPr>
            <a:xfrm>
              <a:off x="2379991" y="3372029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User</a:t>
              </a:r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504FF4-212F-4032-89F3-2911F85C619D}"/>
                </a:ext>
              </a:extLst>
            </p:cNvPr>
            <p:cNvSpPr txBox="1"/>
            <p:nvPr/>
          </p:nvSpPr>
          <p:spPr>
            <a:xfrm>
              <a:off x="2998218" y="3300142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AAD</a:t>
              </a:r>
              <a:endParaRPr lang="en-US" dirty="0"/>
            </a:p>
          </p:txBody>
        </p:sp>
        <p:pic>
          <p:nvPicPr>
            <p:cNvPr id="60" name="Picture 16" descr="Icon&#10;&#10;Description automatically generated">
              <a:extLst>
                <a:ext uri="{FF2B5EF4-FFF2-40B4-BE49-F238E27FC236}">
                  <a16:creationId xmlns:a16="http://schemas.microsoft.com/office/drawing/2014/main" id="{3CEF7CC1-6C04-44DF-9810-6153A703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2752" y="5282457"/>
              <a:ext cx="874144" cy="419388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E615785-0F1F-48B3-8A63-F4229C79082B}"/>
                </a:ext>
              </a:extLst>
            </p:cNvPr>
            <p:cNvSpPr txBox="1"/>
            <p:nvPr/>
          </p:nvSpPr>
          <p:spPr>
            <a:xfrm>
              <a:off x="4338191" y="5384859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Azure AD</a:t>
              </a:r>
              <a:endParaRPr lang="en-US" dirty="0"/>
            </a:p>
          </p:txBody>
        </p:sp>
        <p:pic>
          <p:nvPicPr>
            <p:cNvPr id="62" name="Picture 62" descr="Icon&#10;&#10;Description automatically generated">
              <a:extLst>
                <a:ext uri="{FF2B5EF4-FFF2-40B4-BE49-F238E27FC236}">
                  <a16:creationId xmlns:a16="http://schemas.microsoft.com/office/drawing/2014/main" id="{1E709013-EF45-4C66-8615-74FA2EB47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234213" y="5427639"/>
              <a:ext cx="1003541" cy="5056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AE2E672-97C6-4910-855A-DEF32E3EBF6B}"/>
                </a:ext>
              </a:extLst>
            </p:cNvPr>
            <p:cNvSpPr txBox="1"/>
            <p:nvPr/>
          </p:nvSpPr>
          <p:spPr>
            <a:xfrm>
              <a:off x="9910851" y="5540427"/>
              <a:ext cx="960407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Azure Monitor</a:t>
              </a:r>
              <a:endParaRPr lang="en-US" dirty="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A7335BD-6A5D-49C9-9C23-CB02D1C4090E}"/>
                </a:ext>
              </a:extLst>
            </p:cNvPr>
            <p:cNvCxnSpPr/>
            <p:nvPr/>
          </p:nvCxnSpPr>
          <p:spPr>
            <a:xfrm>
              <a:off x="2869901" y="2033856"/>
              <a:ext cx="589292" cy="84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55E0BA4-F060-4564-B66D-51A3B636A2C9}"/>
                </a:ext>
              </a:extLst>
            </p:cNvPr>
            <p:cNvSpPr txBox="1"/>
            <p:nvPr/>
          </p:nvSpPr>
          <p:spPr>
            <a:xfrm>
              <a:off x="2686948" y="1671547"/>
              <a:ext cx="96040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900" dirty="0"/>
                <a:t>Automated </a:t>
              </a:r>
              <a:endParaRPr lang="en-US" dirty="0"/>
            </a:p>
            <a:p>
              <a:pPr algn="ctr"/>
              <a:r>
                <a:rPr lang="en-US" sz="900" dirty="0">
                  <a:cs typeface="Calibri"/>
                </a:rPr>
                <a:t>Releases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50B4A9F-EC12-4437-8974-7B13C45C3E76}"/>
                </a:ext>
              </a:extLst>
            </p:cNvPr>
            <p:cNvCxnSpPr/>
            <p:nvPr/>
          </p:nvCxnSpPr>
          <p:spPr>
            <a:xfrm flipH="1">
              <a:off x="2997859" y="3136480"/>
              <a:ext cx="265504" cy="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D3117B6-E2CA-49C6-9718-871A948856D7}"/>
                </a:ext>
              </a:extLst>
            </p:cNvPr>
            <p:cNvCxnSpPr/>
            <p:nvPr/>
          </p:nvCxnSpPr>
          <p:spPr>
            <a:xfrm flipV="1">
              <a:off x="3686175" y="3127375"/>
              <a:ext cx="419100" cy="6350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FF01624-916E-4B09-BB6B-1E2124C4A6EA}"/>
                </a:ext>
              </a:extLst>
            </p:cNvPr>
            <p:cNvCxnSpPr/>
            <p:nvPr/>
          </p:nvCxnSpPr>
          <p:spPr>
            <a:xfrm>
              <a:off x="4908550" y="3136900"/>
              <a:ext cx="2984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44BF20F-F187-43A9-8694-E915C4216082}"/>
                </a:ext>
              </a:extLst>
            </p:cNvPr>
            <p:cNvCxnSpPr/>
            <p:nvPr/>
          </p:nvCxnSpPr>
          <p:spPr>
            <a:xfrm>
              <a:off x="5410200" y="2070100"/>
              <a:ext cx="0" cy="787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5747A60-B373-4031-884F-FE88D5DE49D1}"/>
                </a:ext>
              </a:extLst>
            </p:cNvPr>
            <p:cNvCxnSpPr/>
            <p:nvPr/>
          </p:nvCxnSpPr>
          <p:spPr>
            <a:xfrm flipV="1">
              <a:off x="5400675" y="2066925"/>
              <a:ext cx="190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6EEE9C38-C3B9-4DB2-B8DC-11CED09CED15}"/>
                </a:ext>
              </a:extLst>
            </p:cNvPr>
            <p:cNvCxnSpPr>
              <a:cxnSpLocks/>
            </p:cNvCxnSpPr>
            <p:nvPr/>
          </p:nvCxnSpPr>
          <p:spPr>
            <a:xfrm>
              <a:off x="6854825" y="2085974"/>
              <a:ext cx="1978537" cy="9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C582C77-DA3E-40A8-ADE4-B7FEA364B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7309" y="2095080"/>
              <a:ext cx="316304" cy="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4276FB6-7085-4FE3-8AF7-4DFD40D97D54}"/>
                </a:ext>
              </a:extLst>
            </p:cNvPr>
            <p:cNvCxnSpPr>
              <a:cxnSpLocks/>
            </p:cNvCxnSpPr>
            <p:nvPr/>
          </p:nvCxnSpPr>
          <p:spPr>
            <a:xfrm>
              <a:off x="9093388" y="2736778"/>
              <a:ext cx="0" cy="49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80" descr="Icon&#10;&#10;Description automatically generated">
              <a:extLst>
                <a:ext uri="{FF2B5EF4-FFF2-40B4-BE49-F238E27FC236}">
                  <a16:creationId xmlns:a16="http://schemas.microsoft.com/office/drawing/2014/main" id="{3C522D05-5563-4D6D-9DA9-E0B966280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89519" y="3229882"/>
              <a:ext cx="500334" cy="485956"/>
            </a:xfrm>
            <a:prstGeom prst="rect">
              <a:avLst/>
            </a:prstGeom>
          </p:spPr>
        </p:pic>
        <p:pic>
          <p:nvPicPr>
            <p:cNvPr id="87" name="Picture 87" descr="Shape&#10;&#10;Description automatically generated">
              <a:extLst>
                <a:ext uri="{FF2B5EF4-FFF2-40B4-BE49-F238E27FC236}">
                  <a16:creationId xmlns:a16="http://schemas.microsoft.com/office/drawing/2014/main" id="{AD294AB5-693B-4B3B-AB3C-19E15BB96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971687" y="194812"/>
              <a:ext cx="1220100" cy="789320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6AD5B45-ECF2-45AB-9C2A-3F1B4408752C}"/>
                </a:ext>
              </a:extLst>
            </p:cNvPr>
            <p:cNvSpPr txBox="1"/>
            <p:nvPr/>
          </p:nvSpPr>
          <p:spPr>
            <a:xfrm>
              <a:off x="11006405" y="525311"/>
              <a:ext cx="960407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100" b="1" dirty="0"/>
                <a:t>Azure</a:t>
              </a:r>
              <a:endParaRPr lang="en-US" sz="1100" b="1">
                <a:cs typeface="Calibri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107854-62D1-403C-B46D-99AA9362BFED}"/>
                </a:ext>
              </a:extLst>
            </p:cNvPr>
            <p:cNvSpPr txBox="1"/>
            <p:nvPr/>
          </p:nvSpPr>
          <p:spPr>
            <a:xfrm>
              <a:off x="841614" y="884745"/>
              <a:ext cx="1305463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/>
                <a:t>Azure DevOps</a:t>
              </a:r>
              <a:endParaRPr lang="en-US" sz="1200">
                <a:cs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0E6F8A-A9CF-4272-A102-BBBB9F8B1413}"/>
              </a:ext>
            </a:extLst>
          </p:cNvPr>
          <p:cNvSpPr txBox="1"/>
          <p:nvPr/>
        </p:nvSpPr>
        <p:spPr>
          <a:xfrm>
            <a:off x="4526243" y="20090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Deployment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8675E-2FD4-4B46-9005-9DEEDA0CFE32}"/>
              </a:ext>
            </a:extLst>
          </p:cNvPr>
          <p:cNvSpPr txBox="1"/>
          <p:nvPr/>
        </p:nvSpPr>
        <p:spPr>
          <a:xfrm>
            <a:off x="318277" y="6443032"/>
            <a:ext cx="1161689" cy="2616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React + VUE </a:t>
            </a:r>
            <a:endParaRPr lang="en-US" sz="11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A841DC-C7A6-49FB-B079-DA742281FD49}"/>
              </a:ext>
            </a:extLst>
          </p:cNvPr>
          <p:cNvSpPr txBox="1"/>
          <p:nvPr/>
        </p:nvSpPr>
        <p:spPr>
          <a:xfrm>
            <a:off x="2244843" y="6356767"/>
            <a:ext cx="960407" cy="4308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.NET Core API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F4B9A4-6FBD-41F6-8B93-5DBDFDE3FDE0}"/>
              </a:ext>
            </a:extLst>
          </p:cNvPr>
          <p:cNvSpPr txBox="1"/>
          <p:nvPr/>
        </p:nvSpPr>
        <p:spPr>
          <a:xfrm>
            <a:off x="4257673" y="6356768"/>
            <a:ext cx="960407" cy="2616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10,000 assets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373BBC-AFC5-4618-9C3E-0AC148EBDD3B}"/>
              </a:ext>
            </a:extLst>
          </p:cNvPr>
          <p:cNvSpPr txBox="1"/>
          <p:nvPr/>
        </p:nvSpPr>
        <p:spPr>
          <a:xfrm>
            <a:off x="8858428" y="6443032"/>
            <a:ext cx="960407" cy="2616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Azure 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52AEDA-989A-4298-8B02-E3E65FED303F}"/>
              </a:ext>
            </a:extLst>
          </p:cNvPr>
          <p:cNvSpPr txBox="1"/>
          <p:nvPr/>
        </p:nvSpPr>
        <p:spPr>
          <a:xfrm>
            <a:off x="10871258" y="6443031"/>
            <a:ext cx="960407" cy="2616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AKS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4CAED57-497A-4220-9534-A0185D6F7299}"/>
              </a:ext>
            </a:extLst>
          </p:cNvPr>
          <p:cNvSpPr txBox="1"/>
          <p:nvPr/>
        </p:nvSpPr>
        <p:spPr>
          <a:xfrm>
            <a:off x="6356767" y="6356767"/>
            <a:ext cx="1549878" cy="4308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cs typeface="Calibri"/>
              </a:rPr>
              <a:t>Azure PostgreSQL &amp; Cosmos DB</a:t>
            </a:r>
            <a:endParaRPr lang="en-US" sz="1100" dirty="0">
              <a:solidFill>
                <a:srgbClr val="FFFFFF"/>
              </a:solidFill>
              <a:cs typeface="Calibri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ADBD9B5-76DA-2C10-65F5-B28A5808F5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41781" y="4173762"/>
            <a:ext cx="687460" cy="6726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C41F84C-D7D2-549C-AC18-C25752D40603}"/>
              </a:ext>
            </a:extLst>
          </p:cNvPr>
          <p:cNvSpPr txBox="1"/>
          <p:nvPr/>
        </p:nvSpPr>
        <p:spPr>
          <a:xfrm>
            <a:off x="2478210" y="4857779"/>
            <a:ext cx="96040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dirty="0"/>
              <a:t>IoT Device  </a:t>
            </a:r>
            <a:endParaRPr lang="en-US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1E8633-F35E-67FA-2137-702B5AE8D41D}"/>
              </a:ext>
            </a:extLst>
          </p:cNvPr>
          <p:cNvCxnSpPr>
            <a:cxnSpLocks/>
          </p:cNvCxnSpPr>
          <p:nvPr/>
        </p:nvCxnSpPr>
        <p:spPr>
          <a:xfrm flipV="1">
            <a:off x="5400675" y="4468830"/>
            <a:ext cx="2397603" cy="2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>
            <a:extLst>
              <a:ext uri="{FF2B5EF4-FFF2-40B4-BE49-F238E27FC236}">
                <a16:creationId xmlns:a16="http://schemas.microsoft.com/office/drawing/2014/main" id="{9DC08CCA-6934-1C24-63FC-78DB95EA085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81874" y="4232921"/>
            <a:ext cx="628326" cy="560446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1A379E1-92DD-4871-25D6-2EB7FD26096F}"/>
              </a:ext>
            </a:extLst>
          </p:cNvPr>
          <p:cNvCxnSpPr>
            <a:cxnSpLocks/>
          </p:cNvCxnSpPr>
          <p:nvPr/>
        </p:nvCxnSpPr>
        <p:spPr>
          <a:xfrm>
            <a:off x="3334649" y="4464328"/>
            <a:ext cx="1401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1B0DE78-07DB-0089-C81C-A03DF84994E7}"/>
              </a:ext>
            </a:extLst>
          </p:cNvPr>
          <p:cNvCxnSpPr>
            <a:cxnSpLocks/>
          </p:cNvCxnSpPr>
          <p:nvPr/>
        </p:nvCxnSpPr>
        <p:spPr>
          <a:xfrm flipH="1">
            <a:off x="3334649" y="4699015"/>
            <a:ext cx="14248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842E0A1-BDA9-55F9-CED0-C8449744C6A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79319" y="5379234"/>
            <a:ext cx="442822" cy="369332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28157947-CC6E-3279-B7B8-01C9DF2AF81E}"/>
              </a:ext>
            </a:extLst>
          </p:cNvPr>
          <p:cNvSpPr txBox="1"/>
          <p:nvPr/>
        </p:nvSpPr>
        <p:spPr>
          <a:xfrm>
            <a:off x="11177044" y="5758065"/>
            <a:ext cx="8022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dirty="0">
                <a:cs typeface="Calibri"/>
              </a:rPr>
              <a:t>Azure </a:t>
            </a:r>
            <a:endParaRPr lang="en-US" sz="900" dirty="0">
              <a:ea typeface="+mn-lt"/>
              <a:cs typeface="+mn-lt"/>
            </a:endParaRPr>
          </a:p>
          <a:p>
            <a:r>
              <a:rPr lang="en-US" sz="900" dirty="0">
                <a:ea typeface="+mn-lt"/>
                <a:cs typeface="+mn-lt"/>
              </a:rPr>
              <a:t>Blob Storage</a:t>
            </a:r>
            <a:endParaRPr lang="en-US" sz="900" dirty="0">
              <a:cs typeface="Calibri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F39871EC-37F3-27DF-1F75-40176895B2A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44025" y="5702769"/>
            <a:ext cx="479273" cy="433852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3DE7828-54F5-5F71-4AA9-BA65FFECA60E}"/>
              </a:ext>
            </a:extLst>
          </p:cNvPr>
          <p:cNvSpPr txBox="1"/>
          <p:nvPr/>
        </p:nvSpPr>
        <p:spPr>
          <a:xfrm>
            <a:off x="8491357" y="5773445"/>
            <a:ext cx="96040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dirty="0"/>
              <a:t>Azure Key Vault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0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497</TotalTime>
  <Words>61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Jaya Kandimandi</cp:lastModifiedBy>
  <cp:revision>499</cp:revision>
  <dcterms:created xsi:type="dcterms:W3CDTF">2021-10-20T14:13:04Z</dcterms:created>
  <dcterms:modified xsi:type="dcterms:W3CDTF">2025-07-10T12:16:08Z</dcterms:modified>
</cp:coreProperties>
</file>